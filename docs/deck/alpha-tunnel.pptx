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alpha-tunnel 0.3.0. The subject is task placement across the Alpha host and the two laptops. Everything shown was measured against a real coordinator over loopback, not the live tailnet.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complaint as it was reported: this laptop is at full load, why is the other doing the same?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is independently enough to unbalance the fleet; together they guarantee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Host-side ranking alone cannot help when the busy machine is the only one 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connection is outbound from the agent: no open port, no inbound firewall rule on the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has no load average at all, so "cannot measure itself" is a real case, not a hypothetical.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host, real agents, over loopback. The recovery half is what proved the poll needed to carry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were invisible to unit tests and obvious the moment the real enrolment ran against a real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busiest next to idlest is the whole point: far apart means unbalanced, both high means genuinely full.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script verifies the host is reachable and the key really is agent:connect, then attaches for a moment to prove the whole loop before reporting success.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parity from either machine with: node src/admin/run.js version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honest gap: everything was proved over loopback, because this environment has no tailnet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alpha-tunnel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Load-aware placement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laptops ended up pinned, and what now decides which machine takes the work.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526280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32424F"/>
          </a:solidFill>
          <a:ln w="12700">
            <a:solidFill>
              <a:srgbClr val="3242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52628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0.3.0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452628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host  ·  two laptops  ·  one coordinator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SYMPTOM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laptops at full tilt, and neither knew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kept landing on a machine that was already saturated while its neighbour sat idle. Nothing in the coordinator could tell the two apart.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FC9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8620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laptop-A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172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cores · 16 GB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86207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4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96112" y="3566160"/>
            <a:ext cx="4745736" cy="137160"/>
          </a:xfrm>
          <a:prstGeom prst="roundRect">
            <a:avLst>
              <a:gd name="adj" fmla="val 46667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566160"/>
            <a:ext cx="4603364" cy="137160"/>
          </a:xfrm>
          <a:prstGeom prst="roundRect">
            <a:avLst>
              <a:gd name="adj" fmla="val 46667"/>
            </a:avLst>
          </a:prstGeom>
          <a:solidFill>
            <a:srgbClr val="C9472A"/>
          </a:solidFill>
          <a:ln w="12700">
            <a:solidFill>
              <a:srgbClr val="C947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3758184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6 of the last 10 tasks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697480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FC9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8620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laptop-B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3172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cores · 32 GB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286207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4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519672" y="3566160"/>
            <a:ext cx="4745736" cy="137160"/>
          </a:xfrm>
          <a:prstGeom prst="roundRect">
            <a:avLst>
              <a:gd name="adj" fmla="val 46667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3566160"/>
            <a:ext cx="4460992" cy="137160"/>
          </a:xfrm>
          <a:prstGeom prst="roundRect">
            <a:avLst>
              <a:gd name="adj" fmla="val 46667"/>
            </a:avLst>
          </a:prstGeom>
          <a:solidFill>
            <a:srgbClr val="C9472A"/>
          </a:solidFill>
          <a:ln w="12700">
            <a:solidFill>
              <a:srgbClr val="C947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9672" y="3758184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other 4 — so it pinned too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7365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RAM says nothing about whether a machine can take on more.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1206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running its owner's build at 100% CPU still reports gigabytes free. To a coordinator that only knew about memory, it looked exactly as good a target as an idle one.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faults, none visible from one machine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20624" cy="420624"/>
          </a:xfrm>
          <a:prstGeom prst="ellipse">
            <a:avLst/>
          </a:prstGeom>
          <a:solidFill>
            <a:srgbClr val="C9472A"/>
          </a:solidFill>
          <a:ln w="12700">
            <a:solidFill>
              <a:srgbClr val="C94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928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knew only about RAM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128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admitted a task if the agent had the free memory it asked for. CPU was never part of the decision.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420624" cy="420624"/>
          </a:xfrm>
          <a:prstGeom prst="ellipse">
            <a:avLst/>
          </a:prstGeom>
          <a:solidFill>
            <a:srgbClr val="C9472A"/>
          </a:solidFill>
          <a:ln w="12700">
            <a:solidFill>
              <a:srgbClr val="C94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644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agent to ask won every dispatch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44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several agents parked on long polls, the queue took the first waiter in insertion order — whichever machine had parked earliest, however busy it already was.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420624" cy="420624"/>
          </a:xfrm>
          <a:prstGeom prst="ellipse">
            <a:avLst/>
          </a:prstGeom>
          <a:solidFill>
            <a:srgbClr val="C9472A"/>
          </a:solidFill>
          <a:ln w="12700">
            <a:solidFill>
              <a:srgbClr val="C947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36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tasks were tracked against nobody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956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tasks naming minMemoryMB reserved anything, so a burst of untagged work all landed before any of it moved a reading.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halves, because one is not enough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703320"/>
          </a:xfrm>
          <a:prstGeom prst="roundRect">
            <a:avLst>
              <a:gd name="adj" fmla="val 1481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host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registry.rank() orders every candidate agent, and the queue hands the task to the best of them rather than to whoever asked first.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6118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 already held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90448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immediate, and it cannot go stale.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3891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reported CPU load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68172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machines holding the same work, the cooler one wins.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57800" cy="3703320"/>
          </a:xfrm>
          <a:prstGeom prst="roundRect">
            <a:avLst>
              <a:gd name="adj" fmla="val 1481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20574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agent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5603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ALPHA_AGENT_MAX_LOAD (0.85 of its cores) a machine stops asking for work, so the next task goes to one with cores free.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6118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can only rank agents that ask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90448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pinned laptop has to take itself out of the running.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3891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goes quiet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68172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heartbeating, and takes work again the moment its load drops.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pause, never a refusal.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CROSSES THE WIRE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dials out, and says how busy it 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200400" cy="3200400"/>
          </a:xfrm>
          <a:prstGeom prst="roundRect">
            <a:avLst>
              <a:gd name="adj" fmla="val 1714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317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609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machine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keys · scopes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the agents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0" y="2057400"/>
            <a:ext cx="3200400" cy="3200400"/>
          </a:xfrm>
          <a:prstGeom prst="roundRect">
            <a:avLst>
              <a:gd name="adj" fmla="val 1714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3317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26609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32004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handlers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its own CPU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aside when hot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port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dials out only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60520" y="2624328"/>
            <a:ext cx="3840480" cy="0"/>
          </a:xfrm>
          <a:prstGeom prst="line">
            <a:avLst/>
          </a:prstGeom>
          <a:noFill/>
          <a:ln w="19050">
            <a:solidFill>
              <a:srgbClr val="78889A"/>
            </a:solidFill>
            <a:prstDash val="solid"/>
            <a:headEnd type="triangl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4160520" y="2935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/heartbeat   ·   RAM + CPU, every 20s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60520" y="3227832"/>
            <a:ext cx="3840480" cy="0"/>
          </a:xfrm>
          <a:prstGeom prst="line">
            <a:avLst/>
          </a:prstGeom>
          <a:noFill/>
          <a:ln w="19050">
            <a:solidFill>
              <a:srgbClr val="78889A"/>
            </a:solidFill>
            <a:prstDash val="solid"/>
            <a:headEnd type="triangl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4160520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/tasks/next?load=0.12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3831336"/>
            <a:ext cx="3840480" cy="0"/>
          </a:xfrm>
          <a:prstGeom prst="line">
            <a:avLst/>
          </a:prstGeom>
          <a:noFill/>
          <a:ln w="28575">
            <a:solidFill>
              <a:srgbClr val="0E9594"/>
            </a:solidFill>
            <a:prstDash val="solid"/>
            <a:headEnd type="triangle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4160520" y="4142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{ task }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60520" y="4434840"/>
            <a:ext cx="3840480" cy="0"/>
          </a:xfrm>
          <a:prstGeom prst="line">
            <a:avLst/>
          </a:prstGeom>
          <a:noFill/>
          <a:ln w="19050">
            <a:solidFill>
              <a:srgbClr val="78889A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160520" y="4745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/result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60520" y="5038344"/>
            <a:ext cx="3840480" cy="0"/>
          </a:xfrm>
          <a:prstGeom prst="line">
            <a:avLst/>
          </a:prstGeom>
          <a:noFill/>
          <a:ln w="19050">
            <a:solidFill>
              <a:srgbClr val="78889A"/>
            </a:solidFill>
            <a:prstDash val="solid"/>
            <a:headEnd type="triangl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poll is the moment an agent asks for work, so it carries the load with it. The host ranks on what the machine is like now, not on a heartbeat up to twenty seconds old.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MACHINE IS CHOSEN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 hand first, then how hot it 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20624" cy="420624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 the agent already holds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6712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handed over a millisecond ago has not moved any reading yet. Counting it is the only signal that is exact and immediate.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420624" cy="420624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17296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its reported load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9300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machines holding the same amount of work, the one with cores free wins.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6949440" cy="1051560"/>
          </a:xfrm>
          <a:prstGeom prst="roundRect">
            <a:avLst>
              <a:gd name="adj" fmla="val 5217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5720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holding a task always ranks below an idle one — however quiet it claims to be.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01000" y="1874520"/>
            <a:ext cx="3520440" cy="3566160"/>
          </a:xfrm>
          <a:prstGeom prst="roundRect">
            <a:avLst>
              <a:gd name="adj" fmla="val 155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1671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invariant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651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load is never read as idle.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3832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report, a machine that cannot measure itself, and a stale report all rank mid-scale.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any of them as zero would make the quietest reporter beat the quietest machine.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agents, one coordinator, ten tasks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FC9B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3055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laptop-A was pinned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9631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107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laptop-A / laptop-B — all ten to the machine with cores free.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laptop-A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3968496"/>
            <a:ext cx="1691640" cy="118872"/>
          </a:xfrm>
          <a:prstGeom prst="roundRect">
            <a:avLst>
              <a:gd name="adj" fmla="val 46154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3968496"/>
            <a:ext cx="1640891" cy="118872"/>
          </a:xfrm>
          <a:prstGeom prst="roundRect">
            <a:avLst>
              <a:gd name="adj" fmla="val 46154"/>
            </a:avLst>
          </a:prstGeom>
          <a:solidFill>
            <a:srgbClr val="C9472A"/>
          </a:solidFill>
          <a:ln w="12700">
            <a:solidFill>
              <a:srgbClr val="C947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3886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  0 tasks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361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laptop-B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4443984"/>
            <a:ext cx="1691640" cy="118872"/>
          </a:xfrm>
          <a:prstGeom prst="roundRect">
            <a:avLst>
              <a:gd name="adj" fmla="val 46154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4443984"/>
            <a:ext cx="135331" cy="118872"/>
          </a:xfrm>
          <a:prstGeom prst="roundRect">
            <a:avLst>
              <a:gd name="adj" fmla="val 46154"/>
            </a:avLst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43616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  10 tasks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52578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BFE0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213055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laptop-A recovered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49631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4107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laptop-A / laptop-B — six more tasks, split evenly.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laptop-A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2440" y="3968496"/>
            <a:ext cx="1691640" cy="118872"/>
          </a:xfrm>
          <a:prstGeom prst="roundRect">
            <a:avLst>
              <a:gd name="adj" fmla="val 46154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3968496"/>
            <a:ext cx="128016" cy="118872"/>
          </a:xfrm>
          <a:prstGeom prst="roundRect">
            <a:avLst>
              <a:gd name="adj" fmla="val 46154"/>
            </a:avLst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29800" y="3886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  3 tasks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361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laptop-B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4443984"/>
            <a:ext cx="1691640" cy="118872"/>
          </a:xfrm>
          <a:prstGeom prst="roundRect">
            <a:avLst>
              <a:gd name="adj" fmla="val 46154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4443984"/>
            <a:ext cx="135331" cy="118872"/>
          </a:xfrm>
          <a:prstGeom prst="roundRect">
            <a:avLst>
              <a:gd name="adj" fmla="val 46154"/>
            </a:avLst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29800" y="43616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  3 tasks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load rode on the poll, the recovered machine was passed over for another twenty seconds on a stale reading — all six of those tasks went the wrong way.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RUNNING IT, NOT BY READING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faults only the real loop revealed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FC9B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freshly enrolled agent announced itself at 100% load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04872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sample lands microseconds after the sampler primes itself, so the tick window is a couple of ticks of quantised accounting and the ratio is noise — reliably 0% or 100%. The agent then declined the first work it was ever offered. It now reports unknown until it has an interval worth dividing.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881360" cy="698246"/>
          </a:xfrm>
          <a:prstGeom prst="roundRect">
            <a:avLst>
              <a:gd name="adj" fmla="val 785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3840480"/>
            <a:ext cx="10442448" cy="33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 registered with host ... loadFactor=1      → over the ceiling, declining work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  registered with host ... loadFactor=0.005  → takes work immediately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800600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enrolment script wrote no load configuration at all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14807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enrolled today got none of this. It now takes --max-load and --concurrency, parsed with the same functions the agent uses, so a value setup accepts is one the agent will start with.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LOOK 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commands that answer "is it spread?"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src/admin/run.js agents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881360" cy="841819"/>
          </a:xfrm>
          <a:prstGeom prst="roundRect">
            <a:avLst>
              <a:gd name="adj" fmla="val 651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423160"/>
            <a:ext cx="10442448" cy="476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VERSION  CAPABILITIES        RAM     FREE    HELD  CPU  RUN  IDLE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     0.3.0    echo,sysinfo        16075M  11448M  0M    8%   3    1s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alpha-host  0.3.0    alpha.coordination  32768M  20480M  0M    97%  0    2s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is the share of that machine's cores in use; RUN is how many tasks it holds. A dash means the agent has not reported — read as unknown, never as idle.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605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src/admin/run.js stats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10881360" cy="841819"/>
          </a:xfrm>
          <a:prstGeom prst="roundRect">
            <a:avLst>
              <a:gd name="adj" fmla="val 651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4709160"/>
            <a:ext cx="10442448" cy="476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0.3.0 - 2 agent(s) attached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           busiest 97%, idlest 2%, 0 task(s) running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 is not spread evenly - one machine is far busier than another.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apart means the work is not being spread. Both high means the fleet really is full, and another machine is the only thing that helps.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MACHINE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Enrolling a laptop as a peer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On the Alpha host, issue the machine its own key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67128"/>
            <a:ext cx="10881360" cy="524447"/>
          </a:xfrm>
          <a:prstGeom prst="roundRect">
            <a:avLst>
              <a:gd name="adj" fmla="val 10461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350008"/>
            <a:ext cx="10442448" cy="15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src/admin/run.js issue-key --user &lt;userId&gt; --scopes agent --name laptop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On the laptop, one command does the rest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355848"/>
            <a:ext cx="10881360" cy="524447"/>
          </a:xfrm>
          <a:prstGeom prst="roundRect">
            <a:avLst>
              <a:gd name="adj" fmla="val 10461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3538728"/>
            <a:ext cx="10442448" cy="15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scripts/setup-agent.mjs --host http://100.x.y.z:8787 --key alpha_key_... --concurrency 4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605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what the machine will do before it does 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544568"/>
            <a:ext cx="10881360" cy="1000506"/>
          </a:xfrm>
          <a:prstGeom prst="roundRect">
            <a:avLst>
              <a:gd name="adj" fmla="val 5484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4727448"/>
            <a:ext cx="10442448" cy="634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Checking this machine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 16075 MB of RAM, 15460 MB available right now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 4 cores, running 4 tasks at a time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load 2% now; standing aside above 85%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FLEET IN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version across every machine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checkout that was never pulled carries older handlers, older defaults and older bugs, and nothing in the wire format notices. Agents report their release so drift is a line of output rather than a puzzle.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0881360" cy="1159193"/>
          </a:xfrm>
          <a:prstGeom prst="roundRect">
            <a:avLst>
              <a:gd name="adj" fmla="val 4733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834640"/>
            <a:ext cx="10442448" cy="79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VERSION    CAPABILITIES  RAM     FREE    HELD  CPU  RUN  IDLE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tower    0.3.0      echo,sysinfo  32768M  21014M  0M    12%  1    2s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  0.2.0 *    echo,sysinfo  16384M   9210M  0M    -    0    4s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not the host's version (0.3.0). Update laptop so every machine runs the same version.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406908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25196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 and the star are the same story told twice.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599432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C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0.2.0 predates load reporting, so that laptop cannot say how busy it is and the host ranks it as unknown. Getting both machines onto 0.3.0 is what turns it back into a number.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0.3.0 is ready for both machines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090672"/>
            <a:ext cx="146304" cy="146304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30175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 is green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332841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when this deck was built — it will not render against a failing one. No dependencies beyond the Node standard library.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42232"/>
            <a:ext cx="146304" cy="146304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069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over loopback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437997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coordinator, real agents, real enrolment — not mocks.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193792"/>
            <a:ext cx="146304" cy="146304"/>
          </a:xfrm>
          <a:prstGeom prst="ellipse">
            <a:avLst/>
          </a:prstGeom>
          <a:solidFill>
            <a:srgbClr val="C9472A"/>
          </a:solidFill>
          <a:ln w="12700">
            <a:solidFill>
              <a:srgbClr val="C947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5120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verified on the tailnet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543153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container cannot reach the Alpha host. Worth a run on the real pair, especially the Windows side where load comes entirely from sampled CPU ticks.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alpha-tunnel 0.3.0 - load-aware placement</dc:title>
  <dc:subject>PptxGenJS Presentation</dc:subject>
  <dc:creator>alpha-tunnel</dc:creator>
  <cp:lastModifiedBy>alpha-tunnel</cp:lastModifiedBy>
  <cp:revision>1</cp:revision>
  <dcterms:created xsi:type="dcterms:W3CDTF">2026-09-08T22:11:49Z</dcterms:created>
  <dcterms:modified xsi:type="dcterms:W3CDTF">2026-09-08T22:11:49Z</dcterms:modified>
</cp:coreProperties>
</file>